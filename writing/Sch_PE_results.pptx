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5" r:id="rId4"/>
    <p:sldId id="260" r:id="rId5"/>
    <p:sldId id="267" r:id="rId6"/>
    <p:sldId id="258" r:id="rId7"/>
    <p:sldId id="257" r:id="rId8"/>
    <p:sldId id="259" r:id="rId9"/>
    <p:sldId id="261" r:id="rId10"/>
    <p:sldId id="262" r:id="rId11"/>
    <p:sldId id="263" r:id="rId12"/>
    <p:sldId id="264" r:id="rId13"/>
    <p:sldId id="268" r:id="rId14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1B5A24-AC28-3242-A826-7226BDCFFA51}" v="190" dt="2026-04-06T15:38:43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8"/>
    <p:restoredTop sz="94658"/>
  </p:normalViewPr>
  <p:slideViewPr>
    <p:cSldViewPr snapToGrid="0">
      <p:cViewPr varScale="1">
        <p:scale>
          <a:sx n="102" d="100"/>
          <a:sy n="102" d="100"/>
        </p:scale>
        <p:origin x="2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an Keskin" userId="c9860f92a834cae8" providerId="LiveId" clId="{671B5A24-AC28-3242-A826-7226BDCFFA51}"/>
    <pc:docChg chg="undo custSel addSld modSld sldOrd">
      <pc:chgData name="Kaan Keskin" userId="c9860f92a834cae8" providerId="LiveId" clId="{671B5A24-AC28-3242-A826-7226BDCFFA51}" dt="2026-04-06T15:39:01.085" v="1332" actId="20577"/>
      <pc:docMkLst>
        <pc:docMk/>
      </pc:docMkLst>
      <pc:sldChg chg="addSp delSp modSp mod setBg">
        <pc:chgData name="Kaan Keskin" userId="c9860f92a834cae8" providerId="LiveId" clId="{671B5A24-AC28-3242-A826-7226BDCFFA51}" dt="2026-03-30T17:25:30.906" v="1255" actId="478"/>
        <pc:sldMkLst>
          <pc:docMk/>
          <pc:sldMk cId="2499549607" sldId="256"/>
        </pc:sldMkLst>
        <pc:spChg chg="mod">
          <ac:chgData name="Kaan Keskin" userId="c9860f92a834cae8" providerId="LiveId" clId="{671B5A24-AC28-3242-A826-7226BDCFFA51}" dt="2026-03-30T17:25:27.278" v="1254" actId="26606"/>
          <ac:spMkLst>
            <pc:docMk/>
            <pc:sldMk cId="2499549607" sldId="256"/>
            <ac:spMk id="2" creationId="{7EA5F10D-1DF2-13D3-C4D0-D713339037E3}"/>
          </ac:spMkLst>
        </pc:spChg>
        <pc:spChg chg="add">
          <ac:chgData name="Kaan Keskin" userId="c9860f92a834cae8" providerId="LiveId" clId="{671B5A24-AC28-3242-A826-7226BDCFFA51}" dt="2026-03-30T17:25:27.278" v="1254" actId="26606"/>
          <ac:spMkLst>
            <pc:docMk/>
            <pc:sldMk cId="2499549607" sldId="256"/>
            <ac:spMk id="8" creationId="{577D6B2E-37A3-429E-A37C-F30ED6487282}"/>
          </ac:spMkLst>
        </pc:spChg>
        <pc:spChg chg="add">
          <ac:chgData name="Kaan Keskin" userId="c9860f92a834cae8" providerId="LiveId" clId="{671B5A24-AC28-3242-A826-7226BDCFFA51}" dt="2026-03-30T17:25:27.278" v="1254" actId="26606"/>
          <ac:spMkLst>
            <pc:docMk/>
            <pc:sldMk cId="2499549607" sldId="256"/>
            <ac:spMk id="10" creationId="{5CEAD642-85CF-4750-8432-7C80C901F001}"/>
          </ac:spMkLst>
        </pc:spChg>
        <pc:spChg chg="add">
          <ac:chgData name="Kaan Keskin" userId="c9860f92a834cae8" providerId="LiveId" clId="{671B5A24-AC28-3242-A826-7226BDCFFA51}" dt="2026-03-30T17:25:27.278" v="1254" actId="26606"/>
          <ac:spMkLst>
            <pc:docMk/>
            <pc:sldMk cId="2499549607" sldId="256"/>
            <ac:spMk id="12" creationId="{FA33EEAE-15D5-4119-8C1E-89D943F911EF}"/>
          </ac:spMkLst>
        </pc:spChg>
        <pc:spChg chg="add">
          <ac:chgData name="Kaan Keskin" userId="c9860f92a834cae8" providerId="LiveId" clId="{671B5A24-AC28-3242-A826-7226BDCFFA51}" dt="2026-03-30T17:25:27.278" v="1254" actId="26606"/>
          <ac:spMkLst>
            <pc:docMk/>
            <pc:sldMk cId="2499549607" sldId="256"/>
            <ac:spMk id="14" creationId="{730D8B3B-9B80-4025-B934-26DC7D7CD231}"/>
          </ac:spMkLst>
        </pc:spChg>
        <pc:spChg chg="add">
          <ac:chgData name="Kaan Keskin" userId="c9860f92a834cae8" providerId="LiveId" clId="{671B5A24-AC28-3242-A826-7226BDCFFA51}" dt="2026-03-30T17:25:27.278" v="1254" actId="26606"/>
          <ac:spMkLst>
            <pc:docMk/>
            <pc:sldMk cId="2499549607" sldId="256"/>
            <ac:spMk id="16" creationId="{1064D5D5-227B-4F66-9AEA-46F570E793BD}"/>
          </ac:spMkLst>
        </pc:spChg>
        <pc:spChg chg="add">
          <ac:chgData name="Kaan Keskin" userId="c9860f92a834cae8" providerId="LiveId" clId="{671B5A24-AC28-3242-A826-7226BDCFFA51}" dt="2026-03-30T17:25:27.278" v="1254" actId="26606"/>
          <ac:spMkLst>
            <pc:docMk/>
            <pc:sldMk cId="2499549607" sldId="256"/>
            <ac:spMk id="18" creationId="{646B67A4-D328-4747-A82B-65E84FA46368}"/>
          </ac:spMkLst>
        </pc:spChg>
        <pc:spChg chg="add">
          <ac:chgData name="Kaan Keskin" userId="c9860f92a834cae8" providerId="LiveId" clId="{671B5A24-AC28-3242-A826-7226BDCFFA51}" dt="2026-03-30T17:25:27.278" v="1254" actId="26606"/>
          <ac:spMkLst>
            <pc:docMk/>
            <pc:sldMk cId="2499549607" sldId="256"/>
            <ac:spMk id="20" creationId="{B5A1B09C-1565-46F8-B70F-621C5EB48A09}"/>
          </ac:spMkLst>
        </pc:spChg>
        <pc:spChg chg="add">
          <ac:chgData name="Kaan Keskin" userId="c9860f92a834cae8" providerId="LiveId" clId="{671B5A24-AC28-3242-A826-7226BDCFFA51}" dt="2026-03-30T17:25:27.278" v="1254" actId="26606"/>
          <ac:spMkLst>
            <pc:docMk/>
            <pc:sldMk cId="2499549607" sldId="256"/>
            <ac:spMk id="22" creationId="{8C516CC8-80AC-446C-A56E-9F54B7210402}"/>
          </ac:spMkLst>
        </pc:spChg>
      </pc:sldChg>
      <pc:sldChg chg="addSp delSp modSp mod">
        <pc:chgData name="Kaan Keskin" userId="c9860f92a834cae8" providerId="LiveId" clId="{671B5A24-AC28-3242-A826-7226BDCFFA51}" dt="2026-03-29T15:14:42.940" v="51" actId="20577"/>
        <pc:sldMkLst>
          <pc:docMk/>
          <pc:sldMk cId="1821333106" sldId="257"/>
        </pc:sldMkLst>
        <pc:spChg chg="mod">
          <ac:chgData name="Kaan Keskin" userId="c9860f92a834cae8" providerId="LiveId" clId="{671B5A24-AC28-3242-A826-7226BDCFFA51}" dt="2026-03-29T15:14:42.940" v="51" actId="20577"/>
          <ac:spMkLst>
            <pc:docMk/>
            <pc:sldMk cId="1821333106" sldId="257"/>
            <ac:spMk id="2" creationId="{B06F422E-92B7-B843-EE6F-32B118B8A2D2}"/>
          </ac:spMkLst>
        </pc:spChg>
        <pc:picChg chg="add mod">
          <ac:chgData name="Kaan Keskin" userId="c9860f92a834cae8" providerId="LiveId" clId="{671B5A24-AC28-3242-A826-7226BDCFFA51}" dt="2026-03-29T15:14:29.965" v="3" actId="962"/>
          <ac:picMkLst>
            <pc:docMk/>
            <pc:sldMk cId="1821333106" sldId="257"/>
            <ac:picMk id="5" creationId="{D6601A9F-5A2D-AD81-6787-3AA286ACCAA1}"/>
          </ac:picMkLst>
        </pc:picChg>
      </pc:sldChg>
      <pc:sldChg chg="modSp mod ord">
        <pc:chgData name="Kaan Keskin" userId="c9860f92a834cae8" providerId="LiveId" clId="{671B5A24-AC28-3242-A826-7226BDCFFA51}" dt="2026-03-29T16:49:27.356" v="216" actId="20577"/>
        <pc:sldMkLst>
          <pc:docMk/>
          <pc:sldMk cId="460098126" sldId="258"/>
        </pc:sldMkLst>
        <pc:spChg chg="mod">
          <ac:chgData name="Kaan Keskin" userId="c9860f92a834cae8" providerId="LiveId" clId="{671B5A24-AC28-3242-A826-7226BDCFFA51}" dt="2026-03-29T16:49:27.356" v="216" actId="20577"/>
          <ac:spMkLst>
            <pc:docMk/>
            <pc:sldMk cId="460098126" sldId="258"/>
            <ac:spMk id="2" creationId="{5526DF5D-E0FF-0B18-DF24-166D5C62358C}"/>
          </ac:spMkLst>
        </pc:spChg>
      </pc:sldChg>
      <pc:sldChg chg="addSp delSp modSp new mod">
        <pc:chgData name="Kaan Keskin" userId="c9860f92a834cae8" providerId="LiveId" clId="{671B5A24-AC28-3242-A826-7226BDCFFA51}" dt="2026-03-29T16:49:34.910" v="218" actId="20577"/>
        <pc:sldMkLst>
          <pc:docMk/>
          <pc:sldMk cId="1904535454" sldId="259"/>
        </pc:sldMkLst>
        <pc:spChg chg="mod">
          <ac:chgData name="Kaan Keskin" userId="c9860f92a834cae8" providerId="LiveId" clId="{671B5A24-AC28-3242-A826-7226BDCFFA51}" dt="2026-03-29T16:49:34.910" v="218" actId="20577"/>
          <ac:spMkLst>
            <pc:docMk/>
            <pc:sldMk cId="1904535454" sldId="259"/>
            <ac:spMk id="2" creationId="{BD926F61-DE59-CDA8-CEE3-1A28C636F46D}"/>
          </ac:spMkLst>
        </pc:spChg>
        <pc:picChg chg="add mod">
          <ac:chgData name="Kaan Keskin" userId="c9860f92a834cae8" providerId="LiveId" clId="{671B5A24-AC28-3242-A826-7226BDCFFA51}" dt="2026-03-29T15:31:17.862" v="63" actId="1076"/>
          <ac:picMkLst>
            <pc:docMk/>
            <pc:sldMk cId="1904535454" sldId="259"/>
            <ac:picMk id="5" creationId="{3C29071E-819E-231D-3FD3-2535F51E5DF7}"/>
          </ac:picMkLst>
        </pc:picChg>
        <pc:picChg chg="add mod">
          <ac:chgData name="Kaan Keskin" userId="c9860f92a834cae8" providerId="LiveId" clId="{671B5A24-AC28-3242-A826-7226BDCFFA51}" dt="2026-03-29T15:31:48.086" v="69" actId="1076"/>
          <ac:picMkLst>
            <pc:docMk/>
            <pc:sldMk cId="1904535454" sldId="259"/>
            <ac:picMk id="7" creationId="{5D9B7FD8-D75D-30F3-EE5F-C0D080209BBE}"/>
          </ac:picMkLst>
        </pc:picChg>
      </pc:sldChg>
      <pc:sldChg chg="addSp delSp modSp new mod ord">
        <pc:chgData name="Kaan Keskin" userId="c9860f92a834cae8" providerId="LiveId" clId="{671B5A24-AC28-3242-A826-7226BDCFFA51}" dt="2026-03-29T18:25:33.691" v="1107" actId="20577"/>
        <pc:sldMkLst>
          <pc:docMk/>
          <pc:sldMk cId="2327727714" sldId="260"/>
        </pc:sldMkLst>
        <pc:spChg chg="mod">
          <ac:chgData name="Kaan Keskin" userId="c9860f92a834cae8" providerId="LiveId" clId="{671B5A24-AC28-3242-A826-7226BDCFFA51}" dt="2026-03-29T16:40:41.713" v="187" actId="20577"/>
          <ac:spMkLst>
            <pc:docMk/>
            <pc:sldMk cId="2327727714" sldId="260"/>
            <ac:spMk id="2" creationId="{E8F10B29-D328-AB16-76DE-7E6A4F905870}"/>
          </ac:spMkLst>
        </pc:spChg>
        <pc:spChg chg="add mod">
          <ac:chgData name="Kaan Keskin" userId="c9860f92a834cae8" providerId="LiveId" clId="{671B5A24-AC28-3242-A826-7226BDCFFA51}" dt="2026-03-29T18:25:33.691" v="1107" actId="20577"/>
          <ac:spMkLst>
            <pc:docMk/>
            <pc:sldMk cId="2327727714" sldId="260"/>
            <ac:spMk id="6" creationId="{524EE6F8-DAD3-0877-5696-413ED98DA177}"/>
          </ac:spMkLst>
        </pc:spChg>
        <pc:picChg chg="add mod">
          <ac:chgData name="Kaan Keskin" userId="c9860f92a834cae8" providerId="LiveId" clId="{671B5A24-AC28-3242-A826-7226BDCFFA51}" dt="2026-03-29T16:39:45.929" v="132" actId="1076"/>
          <ac:picMkLst>
            <pc:docMk/>
            <pc:sldMk cId="2327727714" sldId="260"/>
            <ac:picMk id="5" creationId="{3EE9A7DA-3C12-FFB4-0312-7F6255DE5BCE}"/>
          </ac:picMkLst>
        </pc:picChg>
      </pc:sldChg>
      <pc:sldChg chg="modSp new mod">
        <pc:chgData name="Kaan Keskin" userId="c9860f92a834cae8" providerId="LiveId" clId="{671B5A24-AC28-3242-A826-7226BDCFFA51}" dt="2026-03-29T16:58:35.014" v="518" actId="20577"/>
        <pc:sldMkLst>
          <pc:docMk/>
          <pc:sldMk cId="1624102215" sldId="261"/>
        </pc:sldMkLst>
        <pc:spChg chg="mod">
          <ac:chgData name="Kaan Keskin" userId="c9860f92a834cae8" providerId="LiveId" clId="{671B5A24-AC28-3242-A826-7226BDCFFA51}" dt="2026-03-29T16:50:22.007" v="285" actId="20577"/>
          <ac:spMkLst>
            <pc:docMk/>
            <pc:sldMk cId="1624102215" sldId="261"/>
            <ac:spMk id="2" creationId="{1E52447B-09BE-A380-FDDF-624FA1A68CEA}"/>
          </ac:spMkLst>
        </pc:spChg>
        <pc:spChg chg="mod">
          <ac:chgData name="Kaan Keskin" userId="c9860f92a834cae8" providerId="LiveId" clId="{671B5A24-AC28-3242-A826-7226BDCFFA51}" dt="2026-03-29T16:58:35.014" v="518" actId="20577"/>
          <ac:spMkLst>
            <pc:docMk/>
            <pc:sldMk cId="1624102215" sldId="261"/>
            <ac:spMk id="3" creationId="{B23B6536-2A32-D4EC-A31A-ECB5DBA79137}"/>
          </ac:spMkLst>
        </pc:spChg>
      </pc:sldChg>
      <pc:sldChg chg="modSp new mod">
        <pc:chgData name="Kaan Keskin" userId="c9860f92a834cae8" providerId="LiveId" clId="{671B5A24-AC28-3242-A826-7226BDCFFA51}" dt="2026-03-29T18:13:04.186" v="889" actId="5793"/>
        <pc:sldMkLst>
          <pc:docMk/>
          <pc:sldMk cId="841014935" sldId="262"/>
        </pc:sldMkLst>
        <pc:spChg chg="mod">
          <ac:chgData name="Kaan Keskin" userId="c9860f92a834cae8" providerId="LiveId" clId="{671B5A24-AC28-3242-A826-7226BDCFFA51}" dt="2026-03-29T17:00:17.292" v="532" actId="20577"/>
          <ac:spMkLst>
            <pc:docMk/>
            <pc:sldMk cId="841014935" sldId="262"/>
            <ac:spMk id="2" creationId="{B99781FC-17E2-9739-18F3-E9E6776DED42}"/>
          </ac:spMkLst>
        </pc:spChg>
        <pc:spChg chg="mod">
          <ac:chgData name="Kaan Keskin" userId="c9860f92a834cae8" providerId="LiveId" clId="{671B5A24-AC28-3242-A826-7226BDCFFA51}" dt="2026-03-29T18:13:04.186" v="889" actId="5793"/>
          <ac:spMkLst>
            <pc:docMk/>
            <pc:sldMk cId="841014935" sldId="262"/>
            <ac:spMk id="3" creationId="{A7035EEF-C4DB-9FA8-97D8-A0D60D4A8791}"/>
          </ac:spMkLst>
        </pc:spChg>
      </pc:sldChg>
      <pc:sldChg chg="addSp delSp modSp new mod">
        <pc:chgData name="Kaan Keskin" userId="c9860f92a834cae8" providerId="LiveId" clId="{671B5A24-AC28-3242-A826-7226BDCFFA51}" dt="2026-03-29T18:20:58.356" v="1048" actId="20577"/>
        <pc:sldMkLst>
          <pc:docMk/>
          <pc:sldMk cId="619788109" sldId="263"/>
        </pc:sldMkLst>
        <pc:spChg chg="mod">
          <ac:chgData name="Kaan Keskin" userId="c9860f92a834cae8" providerId="LiveId" clId="{671B5A24-AC28-3242-A826-7226BDCFFA51}" dt="2026-03-29T18:17:58.349" v="943" actId="20577"/>
          <ac:spMkLst>
            <pc:docMk/>
            <pc:sldMk cId="619788109" sldId="263"/>
            <ac:spMk id="2" creationId="{34DA7F61-A321-03E5-A5A0-12E655728D7A}"/>
          </ac:spMkLst>
        </pc:spChg>
        <pc:spChg chg="add mod">
          <ac:chgData name="Kaan Keskin" userId="c9860f92a834cae8" providerId="LiveId" clId="{671B5A24-AC28-3242-A826-7226BDCFFA51}" dt="2026-03-29T18:20:58.356" v="1048" actId="20577"/>
          <ac:spMkLst>
            <pc:docMk/>
            <pc:sldMk cId="619788109" sldId="263"/>
            <ac:spMk id="8" creationId="{69A21FAD-F4C4-A047-C8DA-385890EF92F4}"/>
          </ac:spMkLst>
        </pc:spChg>
        <pc:picChg chg="add mod">
          <ac:chgData name="Kaan Keskin" userId="c9860f92a834cae8" providerId="LiveId" clId="{671B5A24-AC28-3242-A826-7226BDCFFA51}" dt="2026-03-29T18:19:56.831" v="952" actId="14100"/>
          <ac:picMkLst>
            <pc:docMk/>
            <pc:sldMk cId="619788109" sldId="263"/>
            <ac:picMk id="5" creationId="{F45B984F-12C7-F703-F96A-1D481F0352CD}"/>
          </ac:picMkLst>
        </pc:picChg>
        <pc:picChg chg="add mod">
          <ac:chgData name="Kaan Keskin" userId="c9860f92a834cae8" providerId="LiveId" clId="{671B5A24-AC28-3242-A826-7226BDCFFA51}" dt="2026-03-29T18:20:09.809" v="955" actId="1076"/>
          <ac:picMkLst>
            <pc:docMk/>
            <pc:sldMk cId="619788109" sldId="263"/>
            <ac:picMk id="7" creationId="{D6B5888C-B5B7-E082-AD42-17D093CFD528}"/>
          </ac:picMkLst>
        </pc:picChg>
      </pc:sldChg>
      <pc:sldChg chg="addSp delSp modSp new mod">
        <pc:chgData name="Kaan Keskin" userId="c9860f92a834cae8" providerId="LiveId" clId="{671B5A24-AC28-3242-A826-7226BDCFFA51}" dt="2026-03-29T18:22:08.520" v="1106" actId="20577"/>
        <pc:sldMkLst>
          <pc:docMk/>
          <pc:sldMk cId="1394802466" sldId="264"/>
        </pc:sldMkLst>
        <pc:spChg chg="mod">
          <ac:chgData name="Kaan Keskin" userId="c9860f92a834cae8" providerId="LiveId" clId="{671B5A24-AC28-3242-A826-7226BDCFFA51}" dt="2026-03-29T18:22:08.520" v="1106" actId="20577"/>
          <ac:spMkLst>
            <pc:docMk/>
            <pc:sldMk cId="1394802466" sldId="264"/>
            <ac:spMk id="2" creationId="{B49A0FC3-B550-174E-F7B0-6D3B54F7085C}"/>
          </ac:spMkLst>
        </pc:spChg>
        <pc:picChg chg="add mod">
          <ac:chgData name="Kaan Keskin" userId="c9860f92a834cae8" providerId="LiveId" clId="{671B5A24-AC28-3242-A826-7226BDCFFA51}" dt="2026-03-29T18:21:56.257" v="1051" actId="27614"/>
          <ac:picMkLst>
            <pc:docMk/>
            <pc:sldMk cId="1394802466" sldId="264"/>
            <ac:picMk id="5" creationId="{93D4E281-8BBF-0F9C-AE31-11EA98C8563F}"/>
          </ac:picMkLst>
        </pc:picChg>
      </pc:sldChg>
      <pc:sldChg chg="addSp delSp modSp new mod">
        <pc:chgData name="Kaan Keskin" userId="c9860f92a834cae8" providerId="LiveId" clId="{671B5A24-AC28-3242-A826-7226BDCFFA51}" dt="2026-03-30T17:23:35.245" v="1212" actId="20577"/>
        <pc:sldMkLst>
          <pc:docMk/>
          <pc:sldMk cId="3112893542" sldId="265"/>
        </pc:sldMkLst>
        <pc:spChg chg="mod">
          <ac:chgData name="Kaan Keskin" userId="c9860f92a834cae8" providerId="LiveId" clId="{671B5A24-AC28-3242-A826-7226BDCFFA51}" dt="2026-03-30T17:23:35.245" v="1212" actId="20577"/>
          <ac:spMkLst>
            <pc:docMk/>
            <pc:sldMk cId="3112893542" sldId="265"/>
            <ac:spMk id="2" creationId="{BF1DFA0D-283E-FBB3-A271-C871A5EA5C5B}"/>
          </ac:spMkLst>
        </pc:spChg>
        <pc:picChg chg="add mod">
          <ac:chgData name="Kaan Keskin" userId="c9860f92a834cae8" providerId="LiveId" clId="{671B5A24-AC28-3242-A826-7226BDCFFA51}" dt="2026-03-30T17:22:57.820" v="1117" actId="1076"/>
          <ac:picMkLst>
            <pc:docMk/>
            <pc:sldMk cId="3112893542" sldId="265"/>
            <ac:picMk id="5" creationId="{B2A4CF18-1870-C0FD-66DA-C7A0C6B1AA10}"/>
          </ac:picMkLst>
        </pc:picChg>
      </pc:sldChg>
      <pc:sldChg chg="addSp delSp modSp new mod ord">
        <pc:chgData name="Kaan Keskin" userId="c9860f92a834cae8" providerId="LiveId" clId="{671B5A24-AC28-3242-A826-7226BDCFFA51}" dt="2026-03-30T17:22:20.384" v="1113" actId="20578"/>
        <pc:sldMkLst>
          <pc:docMk/>
          <pc:sldMk cId="1994724929" sldId="266"/>
        </pc:sldMkLst>
        <pc:picChg chg="add mod">
          <ac:chgData name="Kaan Keskin" userId="c9860f92a834cae8" providerId="LiveId" clId="{671B5A24-AC28-3242-A826-7226BDCFFA51}" dt="2026-03-30T17:22:07.283" v="1112" actId="962"/>
          <ac:picMkLst>
            <pc:docMk/>
            <pc:sldMk cId="1994724929" sldId="266"/>
            <ac:picMk id="5" creationId="{A86ADBEE-18A1-F819-8EED-3CD8B82B51AD}"/>
          </ac:picMkLst>
        </pc:picChg>
      </pc:sldChg>
      <pc:sldChg chg="addSp delSp modSp new mod">
        <pc:chgData name="Kaan Keskin" userId="c9860f92a834cae8" providerId="LiveId" clId="{671B5A24-AC28-3242-A826-7226BDCFFA51}" dt="2026-03-30T17:24:35.272" v="1247" actId="27614"/>
        <pc:sldMkLst>
          <pc:docMk/>
          <pc:sldMk cId="2579440524" sldId="267"/>
        </pc:sldMkLst>
        <pc:spChg chg="mod">
          <ac:chgData name="Kaan Keskin" userId="c9860f92a834cae8" providerId="LiveId" clId="{671B5A24-AC28-3242-A826-7226BDCFFA51}" dt="2026-03-30T17:23:54.444" v="1245" actId="20577"/>
          <ac:spMkLst>
            <pc:docMk/>
            <pc:sldMk cId="2579440524" sldId="267"/>
            <ac:spMk id="2" creationId="{B813E232-B834-362D-E5F4-89FC6588E2CC}"/>
          </ac:spMkLst>
        </pc:spChg>
        <pc:picChg chg="add mod">
          <ac:chgData name="Kaan Keskin" userId="c9860f92a834cae8" providerId="LiveId" clId="{671B5A24-AC28-3242-A826-7226BDCFFA51}" dt="2026-03-30T17:24:35.272" v="1247" actId="27614"/>
          <ac:picMkLst>
            <pc:docMk/>
            <pc:sldMk cId="2579440524" sldId="267"/>
            <ac:picMk id="5" creationId="{A822330C-248B-437C-4524-ED6FC128A840}"/>
          </ac:picMkLst>
        </pc:picChg>
      </pc:sldChg>
      <pc:sldChg chg="addSp delSp modSp new mod">
        <pc:chgData name="Kaan Keskin" userId="c9860f92a834cae8" providerId="LiveId" clId="{671B5A24-AC28-3242-A826-7226BDCFFA51}" dt="2026-04-06T15:39:01.085" v="1332" actId="20577"/>
        <pc:sldMkLst>
          <pc:docMk/>
          <pc:sldMk cId="1100258103" sldId="268"/>
        </pc:sldMkLst>
        <pc:spChg chg="mod">
          <ac:chgData name="Kaan Keskin" userId="c9860f92a834cae8" providerId="LiveId" clId="{671B5A24-AC28-3242-A826-7226BDCFFA51}" dt="2026-04-06T15:39:01.085" v="1332" actId="20577"/>
          <ac:spMkLst>
            <pc:docMk/>
            <pc:sldMk cId="1100258103" sldId="268"/>
            <ac:spMk id="2" creationId="{F39DEE36-9E66-95AF-D453-3AA988A29555}"/>
          </ac:spMkLst>
        </pc:spChg>
        <pc:spChg chg="del">
          <ac:chgData name="Kaan Keskin" userId="c9860f92a834cae8" providerId="LiveId" clId="{671B5A24-AC28-3242-A826-7226BDCFFA51}" dt="2026-04-06T15:38:43.042" v="1257" actId="931"/>
          <ac:spMkLst>
            <pc:docMk/>
            <pc:sldMk cId="1100258103" sldId="268"/>
            <ac:spMk id="3" creationId="{4BE84F38-18C3-8DCA-D506-0AD6A5B5E445}"/>
          </ac:spMkLst>
        </pc:spChg>
        <pc:picChg chg="add mod">
          <ac:chgData name="Kaan Keskin" userId="c9860f92a834cae8" providerId="LiveId" clId="{671B5A24-AC28-3242-A826-7226BDCFFA51}" dt="2026-04-06T15:38:45.280" v="1258" actId="27614"/>
          <ac:picMkLst>
            <pc:docMk/>
            <pc:sldMk cId="1100258103" sldId="268"/>
            <ac:picMk id="5" creationId="{187578E6-4F13-CF54-4B60-914AA8B1EF5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4AA60-A4A3-4147-E95B-8C7BA841D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5F482B-C182-F30E-78F4-08DC6A32E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764DA-A8FD-668E-43FF-60641DCC7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36C3D-2AFA-9E4A-93E3-41B317247AE1}" type="datetimeFigureOut">
              <a:rPr lang="en-TR" smtClean="0"/>
              <a:t>6.04.2026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6C3F9-DB4A-7517-7837-62F9293EA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744A-B9BC-6766-6FDB-C77AB9F1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56EC-8AA7-A24F-A524-7FB5F077E195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707005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2AA5B-BF50-A907-66BC-678C7F7D0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6B074-1786-C195-5771-5EAC602CA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2687C-114A-1A81-EC53-C605DAD2C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36C3D-2AFA-9E4A-93E3-41B317247AE1}" type="datetimeFigureOut">
              <a:rPr lang="en-TR" smtClean="0"/>
              <a:t>6.04.2026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88D7A-ACA1-75F9-648A-EBDBB1062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08F05-A556-1511-EA58-61C2DEF54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56EC-8AA7-A24F-A524-7FB5F077E195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14691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1C257-3675-CF5C-AC7D-AFB157AC1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B7F54-61EC-970B-4880-670D401C2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B9BCB-3C9F-3A47-84C8-648ED9562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36C3D-2AFA-9E4A-93E3-41B317247AE1}" type="datetimeFigureOut">
              <a:rPr lang="en-TR" smtClean="0"/>
              <a:t>6.04.2026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5676D-68BE-0BD0-E54F-E6C3932AB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A25FD-4916-FFC9-0EE6-397ED8ED3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56EC-8AA7-A24F-A524-7FB5F077E195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3402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803DD-CA5A-4D76-32F9-F40F8427D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D53EF-3367-B637-0814-08C78F2945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83EAF-D5AC-F077-B1A3-CBA1AC0EA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97074-7B25-DDBD-42B3-1AE99E9F1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36C3D-2AFA-9E4A-93E3-41B317247AE1}" type="datetimeFigureOut">
              <a:rPr lang="en-TR" smtClean="0"/>
              <a:t>6.04.2026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491B0-0A15-EA31-FAD2-6DC605EF4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5AF70-1E5A-A45A-68F2-F8B9A9A8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56EC-8AA7-A24F-A524-7FB5F077E195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731732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08EB4-C0BC-FEBC-1206-9430E0537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DDCEC-F68A-52BE-E0BF-FA1573707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AA302-8258-7979-7A51-D309B2F01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05196-AE99-337A-6BEA-A8C934BB2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9121F3-7874-2FCE-E7A3-D60906416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70F88B-6589-F51A-FB07-8440A75A4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36C3D-2AFA-9E4A-93E3-41B317247AE1}" type="datetimeFigureOut">
              <a:rPr lang="en-TR" smtClean="0"/>
              <a:t>6.04.2026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39B5BA-F577-0DFA-45F1-2BA8AB90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B52F2-F7DD-EE9A-FC9A-A9BF69FA3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56EC-8AA7-A24F-A524-7FB5F077E195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46259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AA060-8C0B-2150-2C1A-FBE3B61C5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C5D5E2-0A91-41BE-26E7-845B012C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36C3D-2AFA-9E4A-93E3-41B317247AE1}" type="datetimeFigureOut">
              <a:rPr lang="en-TR" smtClean="0"/>
              <a:t>6.04.2026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7222DB-D1B9-AA0F-7984-F9B924ADF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5F1D2-6613-85CA-D696-9D101A3E2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56EC-8AA7-A24F-A524-7FB5F077E195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801317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321632-A643-93F2-FC4C-90EF49B7C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36C3D-2AFA-9E4A-93E3-41B317247AE1}" type="datetimeFigureOut">
              <a:rPr lang="en-TR" smtClean="0"/>
              <a:t>6.04.2026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9FADD-FE99-9076-6F65-F2EEB8DB3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7FF97-FF2F-177E-E140-450AA69F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56EC-8AA7-A24F-A524-7FB5F077E195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5463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EA09D-417D-86C9-F382-F5BF5C954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41E05-1290-1C50-A529-083A5C5FB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C9657-0837-560C-F5AB-F91EBA92D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62AC9-1B00-6EE2-5635-1333CAFB7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36C3D-2AFA-9E4A-93E3-41B317247AE1}" type="datetimeFigureOut">
              <a:rPr lang="en-TR" smtClean="0"/>
              <a:t>6.04.2026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95B24-8E70-C9A8-D6B7-B4D60A882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0CED0-F8D0-6B3B-0BC0-78CF7456F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56EC-8AA7-A24F-A524-7FB5F077E195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417177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D54F1-146D-7991-43E4-1F343EC18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6B8D61-6F73-AD68-E4C0-A9E9B4C3DD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45F1A-4790-4E53-183E-BA313F9A4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A240B-6A09-B121-40B2-FDBACB56C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36C3D-2AFA-9E4A-93E3-41B317247AE1}" type="datetimeFigureOut">
              <a:rPr lang="en-TR" smtClean="0"/>
              <a:t>6.04.2026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0BB1-972F-D6D8-77DD-02DA85CD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6C591-CD3E-9BBE-B009-53369978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56EC-8AA7-A24F-A524-7FB5F077E195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099760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C8B6-AAB8-9EA6-25AC-7E3632F06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66068-5B4E-E531-DFCE-CB443A36E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535FB-7ACE-98A9-CC12-236C5FAA9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36C3D-2AFA-9E4A-93E3-41B317247AE1}" type="datetimeFigureOut">
              <a:rPr lang="en-TR" smtClean="0"/>
              <a:t>6.04.2026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237CF-3769-CFFD-BC3F-FCB9823FA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A8678-E8A0-D064-05DE-336745E13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56EC-8AA7-A24F-A524-7FB5F077E195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65900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9DC66C-F514-FC7E-7EBA-F26413571E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4A126-CA06-04CB-3AE5-7C8C67D99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D6586-6808-FEB9-820F-094196295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36C3D-2AFA-9E4A-93E3-41B317247AE1}" type="datetimeFigureOut">
              <a:rPr lang="en-TR" smtClean="0"/>
              <a:t>6.04.2026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2E6B5-24E1-4C19-2236-80A758DA2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8E886-6FF6-0157-F95C-254A8121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56EC-8AA7-A24F-A524-7FB5F077E195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711632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CBBF59-D490-8679-521F-720FB3344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611F9-2503-097F-9D5C-6E31729A5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E9019-520C-5809-57DC-D733E4014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B36C3D-2AFA-9E4A-93E3-41B317247AE1}" type="datetimeFigureOut">
              <a:rPr lang="en-TR" smtClean="0"/>
              <a:t>6.04.2026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A4715-E899-BABD-7F08-F1743D7CB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676AA-5AD4-EF75-44FE-9669BBB73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C856EC-8AA7-A24F-A524-7FB5F077E195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37729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5F10D-1DF2-13D3-C4D0-D71333903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40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Social Prediction Error Signals During the Trust Game in Patients with Schizophrenia: An fMRI Study </a:t>
            </a:r>
            <a:endParaRPr lang="en-TR" sz="44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549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AFFD-D8E3-00E2-6ED9-5A9968B20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R"/>
          </a:p>
        </p:txBody>
      </p:sp>
      <p:pic>
        <p:nvPicPr>
          <p:cNvPr id="5" name="Content Placeholder 4" descr="A diagram of a group of individuals&#10;&#10;AI-generated content may be incorrect.">
            <a:extLst>
              <a:ext uri="{FF2B5EF4-FFF2-40B4-BE49-F238E27FC236}">
                <a16:creationId xmlns:a16="http://schemas.microsoft.com/office/drawing/2014/main" id="{A86ADBEE-18A1-F819-8EED-3CD8B82B5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3836" y="1825625"/>
            <a:ext cx="5044328" cy="4351338"/>
          </a:xfrm>
        </p:spPr>
      </p:pic>
    </p:spTree>
    <p:extLst>
      <p:ext uri="{BB962C8B-B14F-4D97-AF65-F5344CB8AC3E}">
        <p14:creationId xmlns:p14="http://schemas.microsoft.com/office/powerpoint/2010/main" val="1994724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DFA0D-283E-FBB3-A271-C871A5EA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Phase 1: 20 (80%) – Phase 2: 20 (50%) – Phase 3: 20 (80%)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B2A4CF18-1870-C0FD-66DA-C7A0C6B1A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5729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112893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10B29-D328-AB16-76DE-7E6A4F90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Behavioral Differences</a:t>
            </a:r>
          </a:p>
        </p:txBody>
      </p:sp>
      <p:pic>
        <p:nvPicPr>
          <p:cNvPr id="5" name="Content Placeholder 4" descr="A comparison of a blue and red box&#10;&#10;AI-generated content may be incorrect.">
            <a:extLst>
              <a:ext uri="{FF2B5EF4-FFF2-40B4-BE49-F238E27FC236}">
                <a16:creationId xmlns:a16="http://schemas.microsoft.com/office/drawing/2014/main" id="{3EE9A7DA-3C12-FFB4-0312-7F6255DE5B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0000" y="1825625"/>
            <a:ext cx="5184000" cy="2160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4EE6F8-DAD3-0877-5696-413ED98DA177}"/>
              </a:ext>
            </a:extLst>
          </p:cNvPr>
          <p:cNvSpPr txBox="1"/>
          <p:nvPr/>
        </p:nvSpPr>
        <p:spPr>
          <a:xfrm>
            <a:off x="727113" y="4065224"/>
            <a:ext cx="1022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TR"/>
              <a:t>Following </a:t>
            </a:r>
            <a:r>
              <a:rPr lang="en-US"/>
              <a:t>a </a:t>
            </a:r>
            <a:r>
              <a:rPr lang="en-US" dirty="0"/>
              <a:t>positive outcome, SZ is significantly less likely to repeat the successful choice.</a:t>
            </a:r>
          </a:p>
          <a:p>
            <a:pPr marL="285750" indent="-285750">
              <a:buFontTx/>
              <a:buChar char="-"/>
            </a:pPr>
            <a:r>
              <a:rPr lang="en-US" dirty="0"/>
              <a:t>Both cohorts exhibit similar, adaptive tendencies to shift their choices following negative feedback.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32772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3E232-B834-362D-E5F4-89FC6588E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Reinforcement Learning Model</a:t>
            </a:r>
          </a:p>
        </p:txBody>
      </p:sp>
      <p:pic>
        <p:nvPicPr>
          <p:cNvPr id="5" name="Content Placeholder 4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A822330C-248B-437C-4524-ED6FC128A8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8059" y="1825625"/>
            <a:ext cx="9015882" cy="4351338"/>
          </a:xfrm>
        </p:spPr>
      </p:pic>
    </p:spTree>
    <p:extLst>
      <p:ext uri="{BB962C8B-B14F-4D97-AF65-F5344CB8AC3E}">
        <p14:creationId xmlns:p14="http://schemas.microsoft.com/office/powerpoint/2010/main" val="2579440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6DF5D-E0FF-0B18-DF24-166D5C623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Control Analysis : Parameter Recovery </a:t>
            </a:r>
          </a:p>
        </p:txBody>
      </p:sp>
      <p:pic>
        <p:nvPicPr>
          <p:cNvPr id="5" name="Content Placeholder 4" descr="A comparison of graphs and charts&#10;&#10;AI-generated content may be incorrect.">
            <a:extLst>
              <a:ext uri="{FF2B5EF4-FFF2-40B4-BE49-F238E27FC236}">
                <a16:creationId xmlns:a16="http://schemas.microsoft.com/office/drawing/2014/main" id="{D01B9928-B58D-31BD-FE5F-CB247D465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82768" cy="4409487"/>
          </a:xfrm>
        </p:spPr>
      </p:pic>
    </p:spTree>
    <p:extLst>
      <p:ext uri="{BB962C8B-B14F-4D97-AF65-F5344CB8AC3E}">
        <p14:creationId xmlns:p14="http://schemas.microsoft.com/office/powerpoint/2010/main" val="460098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F422E-92B7-B843-EE6F-32B118B8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Computational Parameters</a:t>
            </a:r>
          </a:p>
        </p:txBody>
      </p:sp>
      <p:pic>
        <p:nvPicPr>
          <p:cNvPr id="5" name="Content Placeholder 4" descr="A graph of a number of individuals&#10;&#10;AI-generated content may be incorrect.">
            <a:extLst>
              <a:ext uri="{FF2B5EF4-FFF2-40B4-BE49-F238E27FC236}">
                <a16:creationId xmlns:a16="http://schemas.microsoft.com/office/drawing/2014/main" id="{D6601A9F-5A2D-AD81-6787-3AA286ACCA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4394" y="1825625"/>
            <a:ext cx="10443211" cy="4351338"/>
          </a:xfrm>
        </p:spPr>
      </p:pic>
    </p:spTree>
    <p:extLst>
      <p:ext uri="{BB962C8B-B14F-4D97-AF65-F5344CB8AC3E}">
        <p14:creationId xmlns:p14="http://schemas.microsoft.com/office/powerpoint/2010/main" val="1821333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26F61-DE59-CDA8-CEE3-1A28C636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Control Analysis :  Predictice check of parameters</a:t>
            </a:r>
          </a:p>
        </p:txBody>
      </p:sp>
      <p:pic>
        <p:nvPicPr>
          <p:cNvPr id="5" name="Content Placeholder 4" descr="A graph with a red line&#10;&#10;AI-generated content may be incorrect.">
            <a:extLst>
              <a:ext uri="{FF2B5EF4-FFF2-40B4-BE49-F238E27FC236}">
                <a16:creationId xmlns:a16="http://schemas.microsoft.com/office/drawing/2014/main" id="{3C29071E-819E-231D-3FD3-2535F51E5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0000" y="1825200"/>
            <a:ext cx="5184000" cy="2160000"/>
          </a:xfrm>
        </p:spPr>
      </p:pic>
      <p:pic>
        <p:nvPicPr>
          <p:cNvPr id="7" name="Picture 6" descr="A graph with a red line&#10;&#10;AI-generated content may be incorrect.">
            <a:extLst>
              <a:ext uri="{FF2B5EF4-FFF2-40B4-BE49-F238E27FC236}">
                <a16:creationId xmlns:a16="http://schemas.microsoft.com/office/drawing/2014/main" id="{5D9B7FD8-D75D-30F3-EE5F-C0D080209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0" y="4119712"/>
            <a:ext cx="5184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35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2447B-09BE-A380-FDDF-624FA1A6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Parameters relation to clinical features (in SZ)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B6536-2A32-D4EC-A31A-ECB5DBA79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	1. alpha ~ DOI + </a:t>
            </a:r>
            <a:r>
              <a:rPr lang="en-US" dirty="0" err="1"/>
              <a:t>PANSS_pos_z</a:t>
            </a:r>
            <a:endParaRPr lang="en-TR" dirty="0"/>
          </a:p>
          <a:p>
            <a:pPr marL="0" indent="0">
              <a:buNone/>
            </a:pPr>
            <a:r>
              <a:rPr lang="en-TR" dirty="0"/>
              <a:t>	</a:t>
            </a:r>
            <a:r>
              <a:rPr lang="en-TR" dirty="0">
                <a:highlight>
                  <a:srgbClr val="FFFF00"/>
                </a:highlight>
              </a:rPr>
              <a:t>2. </a:t>
            </a:r>
            <a:r>
              <a:rPr lang="en-US" dirty="0" err="1">
                <a:highlight>
                  <a:srgbClr val="FFFF00"/>
                </a:highlight>
              </a:rPr>
              <a:t>log_tau</a:t>
            </a:r>
            <a:r>
              <a:rPr lang="en-US" dirty="0">
                <a:highlight>
                  <a:srgbClr val="FFFF00"/>
                </a:highlight>
              </a:rPr>
              <a:t> ~ DOI + </a:t>
            </a:r>
            <a:r>
              <a:rPr lang="en-US" dirty="0" err="1">
                <a:highlight>
                  <a:srgbClr val="FFFF00"/>
                </a:highlight>
              </a:rPr>
              <a:t>PANSS_pos_z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 		- </a:t>
            </a:r>
            <a:r>
              <a:rPr lang="en-US" dirty="0" err="1">
                <a:latin typeface="Google Sans Text"/>
              </a:rPr>
              <a:t>B</a:t>
            </a:r>
            <a:r>
              <a:rPr lang="en-US" dirty="0" err="1">
                <a:effectLst/>
                <a:latin typeface="Google Sans Text"/>
              </a:rPr>
              <a:t>eta_PANSS_pos</a:t>
            </a:r>
            <a:r>
              <a:rPr lang="en-US" dirty="0">
                <a:effectLst/>
                <a:latin typeface="Google Sans Text"/>
              </a:rPr>
              <a:t> = -</a:t>
            </a:r>
            <a:r>
              <a:rPr lang="en-US" dirty="0">
                <a:solidFill>
                  <a:srgbClr val="FF0000"/>
                </a:solidFill>
                <a:effectLst/>
                <a:latin typeface="Google Sans Text"/>
              </a:rPr>
              <a:t>0.5256</a:t>
            </a:r>
            <a:r>
              <a:rPr lang="en-US" dirty="0">
                <a:effectLst/>
                <a:latin typeface="Google Sans Text"/>
              </a:rPr>
              <a:t>, p = 0.019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		- Meaning: Patients with more severe positive symptoms (delusions/hallucinations) have significantly lower decision temperatures. They make more deterministic, rigid choices based on their internal values and explore less.</a:t>
            </a:r>
          </a:p>
          <a:p>
            <a:pPr marL="0" indent="0">
              <a:buNone/>
            </a:pPr>
            <a:r>
              <a:rPr lang="en-US" dirty="0"/>
              <a:t>		- DOI: </a:t>
            </a:r>
            <a:r>
              <a:rPr lang="en-US" dirty="0">
                <a:latin typeface="Google Sans Text"/>
              </a:rPr>
              <a:t>B</a:t>
            </a:r>
            <a:r>
              <a:rPr lang="en-US" dirty="0">
                <a:effectLst/>
                <a:latin typeface="Google Sans Text"/>
              </a:rPr>
              <a:t>eta = 0.0194, p = 0.082. </a:t>
            </a:r>
          </a:p>
          <a:p>
            <a:pPr marL="0" indent="0">
              <a:buNone/>
            </a:pPr>
            <a:r>
              <a:rPr lang="en-US" dirty="0">
                <a:latin typeface="Google Sans Text"/>
              </a:rPr>
              <a:t>		- Meaning: </a:t>
            </a:r>
            <a:r>
              <a:rPr lang="en-US" dirty="0"/>
              <a:t>Suggesting patients with longer illness duration might explore slightly more, but this is not fully significant. 		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624102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781FC-17E2-9739-18F3-E9E6776DE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PE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035EEF-C4DB-9FA8-97D8-A0D60D4A87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Tx/>
                  <a:buChar char="-"/>
                </a:pPr>
                <a:r>
                  <a:rPr lang="en-US" dirty="0"/>
                  <a:t>absPE ~ C(Group) * C(Task) + C(sex) + </a:t>
                </a:r>
                <a:r>
                  <a:rPr lang="en-US" dirty="0" err="1"/>
                  <a:t>Age_scaled</a:t>
                </a:r>
                <a:r>
                  <a:rPr lang="en-TR" dirty="0"/>
                  <a:t> + (1|SubjId)</a:t>
                </a:r>
              </a:p>
              <a:p>
                <a:pPr lvl="1">
                  <a:buFontTx/>
                  <a:buChar char="-"/>
                </a:pPr>
                <a:r>
                  <a:rPr lang="en-TR" dirty="0"/>
                  <a:t>Task 1 (80%) – No group difference</a:t>
                </a:r>
              </a:p>
              <a:p>
                <a:pPr lvl="1">
                  <a:buFontTx/>
                  <a:buChar char="-"/>
                </a:pPr>
                <a:r>
                  <a:rPr lang="en-TR" dirty="0"/>
                  <a:t>Task 2 (50%) – HC, </a:t>
                </a:r>
                <a:r>
                  <a:rPr lang="en-US" dirty="0"/>
                  <a:t>absolute prediction errors significantly </a:t>
                </a:r>
                <a:r>
                  <a:rPr lang="en-US" b="1" dirty="0"/>
                  <a:t>increase</a:t>
                </a:r>
                <a:r>
                  <a:rPr lang="en-US" dirty="0"/>
                  <a:t> during Task 2 compared to Task 1 ((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dirty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  <a:latin typeface="Google Sans Text"/>
                  </a:rPr>
                  <a:t>= 0.032, p = 0.006</a:t>
                </a:r>
                <a:r>
                  <a:rPr lang="en-US" dirty="0"/>
                  <a:t>))</a:t>
                </a:r>
              </a:p>
              <a:p>
                <a:pPr lvl="2">
                  <a:buFontTx/>
                  <a:buChar char="-"/>
                </a:pPr>
                <a:r>
                  <a:rPr lang="en-US" dirty="0"/>
                  <a:t>Group 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Task: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-0.039, p = 0.038): SZ group doesn’t show PE increase in uncertain environment (Even beta’s cancel each other)</a:t>
                </a:r>
              </a:p>
              <a:p>
                <a:pPr lvl="2">
                  <a:buFontTx/>
                  <a:buChar char="-"/>
                </a:pPr>
                <a:endParaRPr lang="en-TR" dirty="0"/>
              </a:p>
              <a:p>
                <a:pPr marL="91440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035EEF-C4DB-9FA8-97D8-A0D60D4A87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1014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A7F61-A321-03E5-A5A0-12E655728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How PE related with BOLD signal ?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F45B984F-12C7-F703-F96A-1D481F0352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521264" cy="4320000"/>
          </a:xfr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D6B5888C-B5B7-E082-AD42-17D093CFD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897" y="1690688"/>
            <a:ext cx="5037283" cy="432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A21FAD-F4C4-A047-C8DA-385890EF92F4}"/>
              </a:ext>
            </a:extLst>
          </p:cNvPr>
          <p:cNvSpPr txBox="1"/>
          <p:nvPr/>
        </p:nvSpPr>
        <p:spPr>
          <a:xfrm>
            <a:off x="838200" y="6010688"/>
            <a:ext cx="7666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One sided: Precuneus + PCC + Fusiform gyrus only for HC </a:t>
            </a:r>
          </a:p>
        </p:txBody>
      </p:sp>
    </p:spTree>
    <p:extLst>
      <p:ext uri="{BB962C8B-B14F-4D97-AF65-F5344CB8AC3E}">
        <p14:creationId xmlns:p14="http://schemas.microsoft.com/office/powerpoint/2010/main" val="619788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0FC3-B550-174E-F7B0-6D3B54F70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In contrast analysis only fusiform gyrus 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93D4E281-8BBF-0F9C-AE31-11EA98C856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0945" y="1825625"/>
            <a:ext cx="4690109" cy="4351338"/>
          </a:xfrm>
        </p:spPr>
      </p:pic>
    </p:spTree>
    <p:extLst>
      <p:ext uri="{BB962C8B-B14F-4D97-AF65-F5344CB8AC3E}">
        <p14:creationId xmlns:p14="http://schemas.microsoft.com/office/powerpoint/2010/main" val="1394802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DEE36-9E66-95AF-D453-3AA988A29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/>
              <a:t>Only to stimuli independent from the PE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87578E6-4F13-CF54-4B60-914AA8B1E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4368" y="1825625"/>
            <a:ext cx="4323264" cy="4351338"/>
          </a:xfrm>
        </p:spPr>
      </p:pic>
    </p:spTree>
    <p:extLst>
      <p:ext uri="{BB962C8B-B14F-4D97-AF65-F5344CB8AC3E}">
        <p14:creationId xmlns:p14="http://schemas.microsoft.com/office/powerpoint/2010/main" val="1100258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345</Words>
  <Application>Microsoft Macintosh PowerPoint</Application>
  <PresentationFormat>Widescreen</PresentationFormat>
  <Paragraphs>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Google Sans Text</vt:lpstr>
      <vt:lpstr>Office Theme</vt:lpstr>
      <vt:lpstr>Social Prediction Error Signals During the Trust Game in Patients with Schizophrenia: An fMRI Study </vt:lpstr>
      <vt:lpstr>PowerPoint Presentation</vt:lpstr>
      <vt:lpstr>Phase 1: 20 (80%) – Phase 2: 20 (50%) – Phase 3: 20 (80%)</vt:lpstr>
      <vt:lpstr>Behavioral Differences</vt:lpstr>
      <vt:lpstr>Reinforcement Learning Model</vt:lpstr>
      <vt:lpstr>Control Analysis : Parameter Recovery </vt:lpstr>
      <vt:lpstr>Computational Parameters</vt:lpstr>
      <vt:lpstr>Control Analysis :  Predictice check of parameters</vt:lpstr>
      <vt:lpstr>Parameters relation to clinical features (in SZ)</vt:lpstr>
      <vt:lpstr>PE statistics</vt:lpstr>
      <vt:lpstr>How PE related with BOLD signal ?</vt:lpstr>
      <vt:lpstr>In contrast analysis only fusiform gyrus </vt:lpstr>
      <vt:lpstr>Only to stimuli independent from the 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Kaan Keskin</dc:creator>
  <cp:lastModifiedBy>Kaan Keskin</cp:lastModifiedBy>
  <cp:revision>1</cp:revision>
  <dcterms:created xsi:type="dcterms:W3CDTF">2026-03-28T17:28:14Z</dcterms:created>
  <dcterms:modified xsi:type="dcterms:W3CDTF">2026-04-06T15:39:02Z</dcterms:modified>
</cp:coreProperties>
</file>